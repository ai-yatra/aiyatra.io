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9779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9144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914400"/>
            <a:ext cx="2651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✦  Democratizing AI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353312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272520"/>
                </a:solidFill>
                <a:latin typeface="Caveat"/>
              </a:defRPr>
            </a:pPr>
            <a:r>
              <a:t>Research. Build. Transform.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14600"/>
            <a:ext cx="6309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68635A"/>
                </a:solidFill>
                <a:latin typeface="DM Sans"/>
              </a:defRPr>
            </a:pPr>
            <a:r>
              <a:t>AIYatra is Hyderabad's open AI community — a place where beginners and experts share knowledge, ship real projects, and master machine learning together. No paywalls, no prerequisites. Just curiosity and a laptop.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420" y="3583940"/>
            <a:ext cx="237744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520440"/>
            <a:ext cx="2377440" cy="475488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 to the next meetup 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26740" y="3583940"/>
            <a:ext cx="228600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63240" y="3520440"/>
            <a:ext cx="2286000" cy="475488"/>
          </a:xfrm>
          <a:prstGeom prst="roundRect">
            <a:avLst>
              <a:gd name="adj" fmla="val 1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3520440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Explore past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2,957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COMMUNITY MEMBERS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EVENTS HOSTED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4.6★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FROM 90 RATINGS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7260" y="977900"/>
            <a:ext cx="4434840" cy="47091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914400"/>
            <a:ext cx="4434840" cy="4709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2222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61580" y="12065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98080" y="11430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0" y="1143000"/>
            <a:ext cx="1463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🎟  Next meetup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11430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477A9E"/>
                </a:solidFill>
                <a:latin typeface="DM Sans"/>
              </a:defRPr>
            </a:pPr>
            <a:r>
              <a:t>● RSVP open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1554480"/>
            <a:ext cx="3886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Harnessing Agentic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0" y="2194560"/>
            <a:ext cx="3886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Build the loop, the tools and the guardrails — and make your own coding agent that reads, plans, edits, tests and repairs its way to a verified pull request. 100% offline, zero API keys.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0" y="2971800"/>
            <a:ext cx="1828800" cy="868680"/>
          </a:xfrm>
          <a:prstGeom prst="roundRect">
            <a:avLst>
              <a:gd name="adj" fmla="val 15000"/>
            </a:avLst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30175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2520"/>
                </a:solidFill>
                <a:latin typeface="DM Sans"/>
              </a:defRPr>
            </a:pPr>
            <a:r>
              <a:t>Sat, Sep 5 · 9:00 AM IST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2971800"/>
            <a:ext cx="1828800" cy="868680"/>
          </a:xfrm>
          <a:prstGeom prst="roundRect">
            <a:avLst>
              <a:gd name="adj" fmla="val 15000"/>
            </a:avLst>
          </a:prstGeom>
          <a:solidFill>
            <a:srgbClr val="D4E7D0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30175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ATTENDING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2520"/>
                </a:solidFill>
                <a:latin typeface="DM Sans"/>
              </a:defRPr>
            </a:pPr>
            <a:r>
              <a:t>319 learners &amp; counting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39776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1   The agent loop — the core inside Claude Code &amp; Codex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80" y="42702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2   Tools, planning &amp; self-repair in pure Python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80" y="456285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3   Guardrails &amp; sandboxing — 100% offline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61580" y="5001260"/>
            <a:ext cx="3886200" cy="45720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98080" y="4937760"/>
            <a:ext cx="3886200" cy="457200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0" y="4937760"/>
            <a:ext cx="3886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 now  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●  GATHERINGS  ·  PAST 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Hands-on Saturdays, archived on Meetup.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42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02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PyTorch Foundations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Tensors, autograd and the training loop — the foundations every AI engineer stands on. Rebuilt nn.Linear from scratch.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22 · 10:00 AM IST · 146 attended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18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8978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2628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Linear Algebra → Transformers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Vectors to attention: embeddings, Q/K/V projections, LoRA and SVD — the math beneath the models, by hand.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15 · 10:00 AM IST · 207 attended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594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9244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8454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0D8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DeepSeek v3 from Scratch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Multi-head latent attention, MoE load balancing and RoPE scaling — the DeepSeek-V3 paper, live-coded in PyTorch.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8 · 10:00 AM IST · 286 attended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420" y="4955540"/>
            <a:ext cx="11183112" cy="1005840"/>
          </a:xfrm>
          <a:prstGeom prst="roundRect">
            <a:avLst>
              <a:gd name="adj" fmla="val 1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4892040"/>
            <a:ext cx="11183112" cy="1005840"/>
          </a:xfrm>
          <a:prstGeom prst="roundRect">
            <a:avLst>
              <a:gd name="adj" fmla="val 10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029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2520"/>
                </a:solidFill>
                <a:latin typeface="Caveat"/>
              </a:defRPr>
            </a:pPr>
            <a:r>
              <a:t>The full archive lives on Meetup.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4406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Photos, discussions, ratings and RSVPs — straight from the source.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6020" y="5229860"/>
            <a:ext cx="2560320" cy="45720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32520" y="5166360"/>
            <a:ext cx="2560320" cy="457200"/>
          </a:xfrm>
          <a:prstGeom prst="roundRect">
            <a:avLst>
              <a:gd name="adj" fmla="val 1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51663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View all on Meetup 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◉  FIELD NOTES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Real rooms. Real laptops. Real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8635A"/>
                </a:solidFill>
                <a:latin typeface="DM Sans"/>
              </a:defRPr>
            </a:pPr>
            <a:r>
              <a:t>10 hands-on sessions since Hyderabad — the numbers tell the story of rooms at LSEG, International Tech Park, Madhapur where 2,957 members learn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42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◉  BIGGEST ROOMS SO FAR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889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Harnessing Agentic AI — 319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0358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#1 by turnout · Sat, Sep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747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DeepSeek v3 from Scratch — 286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7216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#2 by turnout · Sat, Aug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1605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Linear Algebra → Transformers — 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#3 by turnout · Sat, Aug 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118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▤  LEARNING TRACKS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278892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283464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Foundations. Transformer paper → code, linear algebra → attention, PyTorch tensors → training loop.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356616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361188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Agents. Goose end-to-end demo, DeepSeek-V3 architecture, and the Sep 5 coding-agent build.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434340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438912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Reading room. A four-part evening series through the Hitchhiker's Guide to Agentic AI, Jun 30 – Jul 14.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5594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9244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D4E7D0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▦  WHAT A SATURDAY LOOKS LIKE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2834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1  9:00 — Doors &amp; check-in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063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RSVP plus the event Google form at the LSEG gate, then laptops open.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36118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2  Morning — Build, not slides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3840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Live coding you follow along: tensors, attention, agent loops.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4389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3  Close — Verify &amp; network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617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Demos, Q&amp;A, and the hallway track where teams form.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THE YATRA 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F7F1"/>
                </a:solidFill>
                <a:latin typeface="Caveat"/>
              </a:defRPr>
            </a:pPr>
            <a:r>
              <a:t>First you research. Then you build. Then you transform.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9F7F1"/>
                </a:solidFill>
                <a:latin typeface="DM Sans"/>
              </a:defRPr>
            </a:pPr>
            <a:r>
              <a:t>Yatra means journey. Ours takes you from curious onlooker to confident builder — through research, build, and transform, repeated every single meetup.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074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0D8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01 ·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We read the papers, trace the math, and ask the naive questions out loud — so nobody has to pretend they already know.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3550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4E7D0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02 ·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Laptops open, code on screen. Every session ships something real — a training loop, an agent harness, a working demo.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3026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6676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2D6CA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03 · 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Transform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Skills become careers, side projects become products, and strangers become collaborators. That is the yatra — the journey.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4924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E4AD"/>
                </a:solidFill>
                <a:latin typeface="DM Sans"/>
              </a:defRPr>
            </a:pPr>
            <a:r>
              <a:t>14 Meetups hosted   •   2hr Per session   •   100% Free, always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KIND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Rated 4.6★ by the people who show 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051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★  4.6 · 90 ratings on Meetup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42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CEE1E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“I walked in knowing nothing about transformers and walked out having built attention from scratch. No gatekeeping, no jargon walls — just patient, brilliant teaching.”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Priya 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DATA ANALYST → ML ENGINEER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06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3756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D4E7D0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“The agentic AI workshop was the best Saturday I have spent in years. We built a coding agent on our own machines, no API keys, and it actually worked.”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Rahul 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BACKEND ENGINEER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570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“As a student, most AI events felt out of reach. AIYatra is free, welcoming, and genuinely deep — the linear algebra session finally made the math click for me.”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Sai Rishita 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CS UNDERGRADUATE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034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0684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F2D6CA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“You come for the sessions and stay for the people. I found my co-founder, my study group, and my confidence here. This community changes trajectories.”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Kiran 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FOUNDER, AI STARTUP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1343660"/>
            <a:ext cx="11183112" cy="329184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1280160"/>
            <a:ext cx="11183112" cy="329184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2222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mbassador-cr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45920"/>
            <a:ext cx="2011680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4612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68635A"/>
                </a:solidFill>
                <a:latin typeface="DM Sans"/>
              </a:defRPr>
            </a:pPr>
            <a:r>
              <a:t>NEW CHAPTER · STUDENT AMBASSADOR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828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Carry the yatra to your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35A"/>
                </a:solidFill>
                <a:latin typeface="DM Sans"/>
              </a:defRPr>
            </a:pPr>
            <a:r>
              <a:t>Rally your batch to Saturday meetups, host campus mini-sessions, and earn recognition, mentorship and speaker slots — free, always.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9620" y="358394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6120" y="352044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20440"/>
            <a:ext cx="2468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Explore the program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9204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The people who run the yatra — Khaja Moinuddin Mohammed (Super Organizer) · Azeez Syed (Co-organizer &amp; Host) · Jagadeeswara Reddy (Host &amp; Educator)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D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THE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An open door into AI, in the heart of Hyderabad.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0312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8635A"/>
                </a:solidFill>
                <a:latin typeface="DM Sans"/>
              </a:defRPr>
            </a:pPr>
            <a:r>
              <a:t>AIYatra is for anyone exploring AI applications, diving into Artificial Intelligence: A Modern Approach, building recommender systems, or mastering machine learning with Python. Beginner or expert — you get knowledge sharing, networking, and collaborative projects.</a:t>
            </a:r>
            <a:br/>
            <a:r>
              <a:t>Led by super organizer Khaja Moinuddin Mohammed and a crew of passionate volunteers, we meet at LSEG, International Tech Park, Madhapur, Hyderabad.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220" y="1252220"/>
            <a:ext cx="4782312" cy="3931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03720" y="1188720"/>
            <a:ext cx="4782312" cy="393192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417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2520"/>
                </a:solidFill>
                <a:latin typeface="Caveat"/>
              </a:defRPr>
            </a:pPr>
            <a:r>
              <a:t>The essentials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1965960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993392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1762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LSEG, International Tech Park, Madhapur, Hyderabad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2715768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743200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9260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Saturdays · mornings, 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3465576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3493008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3675887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Free, always — learning should be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4215383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424281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BRING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442569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A laptop, Python 3.10+, and curiosity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72660" y="125222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60" y="118872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188720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🎟  Free forever · No 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91640"/>
            <a:ext cx="111831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9F7F1"/>
                </a:solidFill>
                <a:latin typeface="Caveat"/>
              </a:defRPr>
            </a:pPr>
            <a:r>
              <a:t>Your AI journey starts with a single RSVP.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74320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9F7F1"/>
                </a:solidFill>
                <a:latin typeface="DM Sans"/>
              </a:defRPr>
            </a:pPr>
            <a:r>
              <a:t>Join 2,957 learners democratizing AI — one meetup, one project, one breakthrough at a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340" y="35382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34747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4747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Join AIYatra on Meetup 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4747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 w="1905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4747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RSVP: Agentic AI, Sep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Gatherings     Field Notes     The Yatra Way     Kind Words     Movement     Ambassadors     Blog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05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F7F1"/>
                </a:solidFill>
                <a:latin typeface="Caveat"/>
              </a:defRPr>
            </a:pPr>
            <a:r>
              <a:t>AI Yatra — Research. Build. Transform.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9F7F1"/>
                </a:solidFill>
                <a:latin typeface="DM Sans"/>
              </a:defRPr>
            </a:pPr>
            <a:r>
              <a:t>Hyderabad's open AI community. We research, build, and transform — one hands-on Saturday at a time. Free, forever, and open to everyone.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EXPLORE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Ambassadors — new</a:t>
            </a:r>
            <a:br/>
            <a:r>
              <a:t>Blog</a:t>
            </a:r>
            <a:br/>
            <a:r>
              <a:t>Gatherings</a:t>
            </a:r>
            <a:br/>
            <a:r>
              <a:t>Field Notes</a:t>
            </a:r>
            <a:br/>
            <a:r>
              <a:t>Kind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SHOW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LSEG, International Tech Park, Madhapur</a:t>
            </a:r>
            <a:br/>
            <a:r>
              <a:t>Saturdays · mornings, IST</a:t>
            </a:r>
            <a:br/>
            <a:r>
              <a:t>Free, always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FOLLOW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global.aiyatra@gmail.com</a:t>
            </a:r>
            <a:br/>
            <a:r>
              <a:t>Meetup inbox</a:t>
            </a:r>
            <a:br/>
            <a:r>
              <a:t>GitHub: github.com/AI-Yatra</a:t>
            </a:r>
            <a:br/>
            <a:r>
              <a:t>LinkedIn: linkedin.com/company/aiyatra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VISIT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https://aiyatra.io</a:t>
            </a:r>
            <a:br/>
            <a:r>
              <a:t>https://aiyatra.io/ambassadors</a:t>
            </a:r>
            <a:br/>
            <a:r>
              <a:t>https://aiyatra.io/blog</a:t>
            </a:r>
            <a:br/>
            <a:r>
              <a:t>meetup.com/aiyatra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72000"/>
            <a:ext cx="11183112" cy="1051560"/>
          </a:xfrm>
          <a:prstGeom prst="roundRect">
            <a:avLst>
              <a:gd name="adj" fmla="val 10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Website: https://aiyatra.io   •   LinkedIn: https://www.linkedin.com/company/aiyatra/   •   Email: global.aiyatra@gmail.com   •   Meetup: https://www.meetup.com/aiyatra/   •   Made with ♥ in Hyderabad   •   © 2026 AIYatra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