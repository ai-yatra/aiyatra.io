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420" y="977900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914400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CEE1EE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914400"/>
            <a:ext cx="3840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72520"/>
                </a:solidFill>
                <a:latin typeface="DM Sans"/>
              </a:defRPr>
            </a:pPr>
            <a:r>
              <a:t>🎓  New chapter · Student Ambassador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371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72520"/>
                </a:solidFill>
                <a:latin typeface="Caveat"/>
              </a:defRPr>
            </a:pPr>
            <a:r>
              <a:t>Carry the AI Yatra to your campus.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8635A"/>
                </a:solidFill>
                <a:latin typeface="DM Sans"/>
              </a:defRPr>
            </a:pPr>
            <a:r>
              <a:t>AIYatra Student Ambassadors are the face of AIYatra in their colleges — rallying classmates to Saturday meetups, hosting campus mini-sessions, and turning dense AI topics into hands-on learning their batch can actually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420" y="3492500"/>
            <a:ext cx="2194560" cy="475488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429000"/>
            <a:ext cx="2194560" cy="475488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21945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Apply by email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3860" y="3492500"/>
            <a:ext cx="2468880" cy="475488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0360" y="3429000"/>
            <a:ext cx="2468880" cy="475488"/>
          </a:xfrm>
          <a:prstGeom prst="roundRect">
            <a:avLst>
              <a:gd name="adj" fmla="val 1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429000"/>
            <a:ext cx="2468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72520"/>
                </a:solidFill>
                <a:latin typeface="DM Sans"/>
              </a:defRPr>
            </a:pPr>
            <a:r>
              <a:t>Attend a meetup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87260" y="977900"/>
            <a:ext cx="4434840" cy="420624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3760" y="914400"/>
            <a:ext cx="4434840" cy="420624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2222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mbassador-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4069080" cy="3108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06640" y="4343400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477A9E"/>
                </a:solidFill>
                <a:latin typeface="DM Sans"/>
              </a:defRPr>
            </a:pPr>
            <a:r>
              <a:t>Apply: global.aiyatra@gmail.com  •  aiyatra.io/ambassadors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7A9E"/>
                </a:solidFill>
                <a:latin typeface="DM Sans"/>
              </a:defRPr>
            </a:pPr>
            <a:r>
              <a:t>✦  THE MANDATE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72520"/>
                </a:solidFill>
                <a:latin typeface="Caveat"/>
              </a:defRPr>
            </a:pPr>
            <a:r>
              <a:t>Six duties. One community.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8635A"/>
                </a:solidFill>
                <a:latin typeface="DM Sans"/>
              </a:defRPr>
            </a:pPr>
            <a:r>
              <a:t>A term runs one semester. Hit these six notes and you renew with honors — and a letter that actually says something.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420" y="23037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2402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468880"/>
            <a:ext cx="177800" cy="177800"/>
          </a:xfrm>
          <a:prstGeom prst="ellipse">
            <a:avLst/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Caveat"/>
              </a:defRPr>
            </a:pPr>
            <a:r>
              <a:t>Carry the AI Yatra to campus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2608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Spread the word in your college — posters, classroom shout-outs, WhatsApp groups and tech clubs. You are the bridge between AIYatra and your campus.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180" y="23037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22402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0" y="2468880"/>
            <a:ext cx="177800" cy="177800"/>
          </a:xfrm>
          <a:prstGeom prst="ellipse">
            <a:avLst/>
          </a:prstGeom>
          <a:solidFill>
            <a:srgbClr val="D4E7D0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Caveat"/>
              </a:defRPr>
            </a:pPr>
            <a:r>
              <a:t>Bring your batch along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2608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Rally classmates to Saturday meetups, help first-timers settle in, and keep the newcomer energy warm from RSVP to after-party notes.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5940" y="23037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92440" y="22402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66760" y="2468880"/>
            <a:ext cx="177800" cy="177800"/>
          </a:xfrm>
          <a:prstGeom prst="ellipse">
            <a:avLst/>
          </a:prstGeom>
          <a:solidFill>
            <a:srgbClr val="CEE1EE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Caveat"/>
              </a:defRPr>
            </a:pPr>
            <a:r>
              <a:t>Host campus mini-sessions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92608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Run paper-readings, build nights and revision circles at your college with our curriculum kits — same research·build·transform rhythm, your turf.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420" y="41325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0690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7240" y="4297680"/>
            <a:ext cx="177800" cy="177800"/>
          </a:xfrm>
          <a:prstGeom prst="ellipse">
            <a:avLst/>
          </a:prstGeom>
          <a:solidFill>
            <a:srgbClr val="F2D6CA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Caveat"/>
              </a:defRPr>
            </a:pPr>
            <a:r>
              <a:t>Document the journey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75488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Capture photos, clips and field notes from meetups and campus sessions so the community story keeps growing online.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1180" y="41325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7680" y="40690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0" y="4297680"/>
            <a:ext cx="177800" cy="177800"/>
          </a:xfrm>
          <a:prstGeom prst="ellipse">
            <a:avLst/>
          </a:prstGeom>
          <a:solidFill>
            <a:srgbClr val="E0D8EE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Caveat"/>
              </a:defRPr>
            </a:pPr>
            <a:r>
              <a:t>Learn in the fast lane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75488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Get first access to session material, prep calls with organizers, and guided tracks — transformers, PyTorch, agentic AI — before anyone else.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5940" y="41325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92440" y="4069080"/>
            <a:ext cx="3593592" cy="164592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66760" y="4297680"/>
            <a:ext cx="177800" cy="177800"/>
          </a:xfrm>
          <a:prstGeom prst="ellipse">
            <a:avLst/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Caveat"/>
              </a:defRPr>
            </a:pPr>
            <a:r>
              <a:t>Feed the roadmap 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75488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Tell us what students actually want: topics, timings, formats. Ambassador feedback directly shapes the upcoming meetup arc.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F7F1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5E4AD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5E4AD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11183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E4AD"/>
                </a:solidFill>
                <a:latin typeface="DM Sans"/>
              </a:defRPr>
            </a:pPr>
            <a:r>
              <a:t>WHAT YOU 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9F7F1"/>
                </a:solidFill>
                <a:latin typeface="Caveat"/>
              </a:defRPr>
            </a:pPr>
            <a:r>
              <a:t>Ambassadorship pays in proof of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9F7F1"/>
                </a:solidFill>
                <a:latin typeface="DM Sans"/>
              </a:defRPr>
            </a:pPr>
            <a:r>
              <a:t>No stipends, no swag-bribes — everything here compounds into skills, relationships, and receipts future employers can verify.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68880"/>
            <a:ext cx="5513832" cy="12801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743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2520"/>
                </a:solidFill>
                <a:latin typeface="DM Sa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97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72520"/>
                </a:solidFill>
                <a:latin typeface="Caveat"/>
              </a:defRPr>
            </a:pPr>
            <a:r>
              <a:t>Official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A signed Ambassador certificate plus a public profile on this page once you complete your first term.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468880"/>
            <a:ext cx="5513832" cy="12801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743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788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2520"/>
                </a:solidFill>
                <a:latin typeface="DM San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97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72520"/>
                </a:solidFill>
                <a:latin typeface="Caveat"/>
              </a:defRPr>
            </a:pPr>
            <a:r>
              <a:t>Letters that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1089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Recommendation letters for internships and higher studies, earned through real shipped work — not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77639"/>
            <a:ext cx="5513832" cy="12801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251959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976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2520"/>
                </a:solidFill>
                <a:latin typeface="DM San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062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72520"/>
                </a:solidFill>
                <a:latin typeface="Caveat"/>
              </a:defRPr>
            </a:pPr>
            <a:r>
              <a:t>Direct mentor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17719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Monthly office hours with the organizers. Bring your projects, career questions, and wildest paper ideas.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77639"/>
            <a:ext cx="5513832" cy="12801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4251959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976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2520"/>
                </a:solidFill>
                <a:latin typeface="DM San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2062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72520"/>
                </a:solidFill>
                <a:latin typeface="Caveat"/>
              </a:defRPr>
            </a:pPr>
            <a:r>
              <a:t>Speaker lane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617719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8635A"/>
                </a:solidFill>
                <a:latin typeface="DM Sans"/>
              </a:defRPr>
            </a:pPr>
            <a:r>
              <a:t>Ambassadors in good standing get priority slots to demo, lightning-talk, and eventually lead sessions.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D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9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2520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68635A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8635A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420" y="10236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9601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43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7A9E"/>
                </a:solidFill>
                <a:latin typeface="DM Sans"/>
              </a:defRPr>
            </a:pPr>
            <a:r>
              <a:t>WHO 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371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2520"/>
                </a:solidFill>
                <a:latin typeface="Caveat"/>
              </a:defRPr>
            </a:pPr>
            <a:r>
              <a:t>Built for students who show 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272520"/>
                </a:solidFill>
                <a:latin typeface="DM Sans"/>
              </a:defRPr>
            </a:pPr>
            <a:r>
              <a:t>①  Enrolled in any college or university — any year, any branch. Curiosity beats CGPA here.</a:t>
            </a:r>
          </a:p>
          <a:p>
            <a:pPr algn="l">
              <a:spcBef>
                <a:spcPts val="100"/>
              </a:spcBef>
              <a:spcAft>
                <a:spcPts val="600"/>
              </a:spcAft>
              <a:defRPr sz="900" b="0">
                <a:solidFill>
                  <a:srgbClr val="272520"/>
                </a:solidFill>
                <a:latin typeface="DM Sans"/>
              </a:defRPr>
            </a:pPr>
            <a:r>
              <a:t>②  Attended at least one AIYatra meetup (or will attend the next one) — you should know the room you are inviting people into.</a:t>
            </a:r>
          </a:p>
          <a:p>
            <a:pPr algn="l">
              <a:spcBef>
                <a:spcPts val="100"/>
              </a:spcBef>
              <a:spcAft>
                <a:spcPts val="600"/>
              </a:spcAft>
              <a:defRPr sz="900" b="0">
                <a:solidFill>
                  <a:srgbClr val="272520"/>
                </a:solidFill>
                <a:latin typeface="DM Sans"/>
              </a:defRPr>
            </a:pPr>
            <a:r>
              <a:t>③  Can give ~3 hours a week: one meetup plus campus outreach and a short weekly check-in.</a:t>
            </a:r>
          </a:p>
          <a:p>
            <a:pPr algn="l">
              <a:spcBef>
                <a:spcPts val="100"/>
              </a:spcBef>
              <a:spcAft>
                <a:spcPts val="600"/>
              </a:spcAft>
              <a:defRPr sz="900" b="0">
                <a:solidFill>
                  <a:srgbClr val="272520"/>
                </a:solidFill>
                <a:latin typeface="DM Sans"/>
              </a:defRPr>
            </a:pPr>
            <a:r>
              <a:t>④  Comfortable talking to people — in classrooms, clubs, and group chats — and following through on what you promise.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34840"/>
            <a:ext cx="4754880" cy="822960"/>
          </a:xfrm>
          <a:prstGeom prst="roundRect">
            <a:avLst>
              <a:gd name="adj" fmla="val 12000"/>
            </a:avLst>
          </a:prstGeom>
          <a:solidFill>
            <a:srgbClr val="F5E4AD"/>
          </a:solidFill>
          <a:ln w="15875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2520"/>
                </a:solidFill>
                <a:latin typeface="Caveat"/>
              </a:defRPr>
            </a:pPr>
            <a:r>
              <a:t>♥  Missing one? Apply anyway.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5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Curiosity and follow-through beat credentials — most ambassadors started as first-timers in the back row.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132" y="10236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96012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5F1E5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143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7A9E"/>
                </a:solidFill>
                <a:latin typeface="DM Sans"/>
              </a:defRPr>
            </a:pPr>
            <a:r>
              <a:t>HOW TO APPLY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1371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2520"/>
                </a:solidFill>
                <a:latin typeface="Caveat"/>
              </a:defRPr>
            </a:pPr>
            <a:r>
              <a:t>Three steps to the crest.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2148840"/>
            <a:ext cx="4754880" cy="804672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1945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7A9E"/>
                </a:solidFill>
                <a:latin typeface="DM Sans"/>
              </a:defRPr>
            </a:pPr>
            <a:r>
              <a:t>01  ·  Say hello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3957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Email us with your name, college, year, and one paragraph on why you want to carry the AI Yatra to your campus.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3063240"/>
            <a:ext cx="4754880" cy="804672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1089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7A9E"/>
                </a:solidFill>
                <a:latin typeface="DM Sans"/>
              </a:defRPr>
            </a:pPr>
            <a:r>
              <a:t>02  ·  Meet the crew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3101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A short intro call with an organizer — we understand your campus scene and agree on your first 30-day plan.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3977639"/>
            <a:ext cx="4754880" cy="804672"/>
          </a:xfrm>
          <a:prstGeom prst="roundRect">
            <a:avLst>
              <a:gd name="adj" fmla="val 12000"/>
            </a:avLst>
          </a:prstGeom>
          <a:solidFill>
            <a:srgbClr val="F9F7F1"/>
          </a:solidFill>
          <a:ln w="1270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0233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7A9E"/>
                </a:solidFill>
                <a:latin typeface="DM Sans"/>
              </a:defRPr>
            </a:pPr>
            <a:r>
              <a:t>03  ·  Run your first drive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2245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8635A"/>
                </a:solidFill>
                <a:latin typeface="DM Sans"/>
              </a:defRPr>
            </a:pPr>
            <a:r>
              <a:t>Bring five classmates to a Saturday meetup and host one campus huddle. Do that and the crest is yours.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72520"/>
                </a:solidFill>
                <a:latin typeface="DM Sans"/>
              </a:defRPr>
            </a:pPr>
            <a:r>
              <a:t>Apply at global.aiyatra@gmail.com  •  Open to every college · Free, always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F7F1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5E4AD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5E4AD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4AD"/>
                </a:solidFill>
                <a:latin typeface="DM Sans"/>
              </a:defRPr>
            </a:pPr>
            <a:r>
              <a:t>ONE CAMPUS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83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9F7F1"/>
                </a:solidFill>
                <a:latin typeface="Caveat"/>
              </a:defRPr>
            </a:pPr>
            <a:r>
              <a:t>Your campus is the next AI Yatra.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517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9F7F1"/>
                </a:solidFill>
                <a:latin typeface="DM Sans"/>
              </a:defRPr>
            </a:pPr>
            <a:r>
              <a:t>Write to us today — or come experience a Saturday first, then decide.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340" y="335534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329184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F5E4AD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2918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72520"/>
                </a:solidFill>
                <a:latin typeface="DM Sans"/>
              </a:defRPr>
            </a:pPr>
            <a:r>
              <a:t>Become an ambassador 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91840"/>
            <a:ext cx="2651760" cy="502920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 w="1905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E4AD"/>
                </a:solidFill>
                <a:latin typeface="DM Sans"/>
              </a:defRPr>
            </a:pPr>
            <a:r>
              <a:t>global.aiyatra@gmail.com   •   aiyatra.io/ambassadors   •   meetup.com/aiyatra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254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yat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"/>
            <a:ext cx="512064" cy="466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" y="91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F7F1"/>
                </a:solidFill>
                <a:latin typeface="DM Sans"/>
              </a:defRPr>
            </a:pPr>
            <a:r>
              <a:t>AI Yatra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310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F5E4AD"/>
                </a:solidFill>
                <a:latin typeface="DM Sans"/>
              </a:defRPr>
            </a:pPr>
            <a:r>
              <a:t>RESEARCH · BUILD ·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28016"/>
            <a:ext cx="5852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5E4AD"/>
                </a:solidFill>
                <a:latin typeface="DM Sans"/>
              </a:defRPr>
            </a:pPr>
            <a:r>
              <a:t>Events     Community     Approach     Testimonials     About     Ambassadors     Blog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6140" y="1732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0" y="109728"/>
            <a:ext cx="1993392" cy="438912"/>
          </a:xfrm>
          <a:prstGeom prst="roundRect">
            <a:avLst>
              <a:gd name="adj" fmla="val 18000"/>
            </a:avLst>
          </a:prstGeom>
          <a:solidFill>
            <a:srgbClr val="477A9E"/>
          </a:solidFill>
          <a:ln w="19050">
            <a:solidFill>
              <a:srgbClr val="272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09728"/>
            <a:ext cx="19933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9F7F1"/>
                </a:solidFill>
                <a:latin typeface="DM Sans"/>
              </a:defRPr>
            </a:pPr>
            <a:r>
              <a:t>Join on Meetup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05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F7F1"/>
                </a:solidFill>
                <a:latin typeface="Caveat"/>
              </a:defRPr>
            </a:pPr>
            <a:r>
              <a:t>Student Ambassadors — start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9F7F1"/>
                </a:solidFill>
                <a:latin typeface="DM Sans"/>
              </a:defRPr>
            </a:pPr>
            <a:r>
              <a:t>One email is all it takes. Tell us your name, college, year, and why you want to carry the AI Yatra to your campus.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860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7A9E"/>
                </a:solidFill>
                <a:latin typeface="DM Sans"/>
              </a:defRPr>
            </a:pPr>
            <a: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72520"/>
                </a:solidFill>
                <a:latin typeface="DM Sans"/>
              </a:defRPr>
            </a:pPr>
            <a:r>
              <a:t>global.aiyatra@gmail.com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635A"/>
                </a:solidFill>
                <a:latin typeface="DM Sans"/>
              </a:defRPr>
            </a:pPr>
            <a:r>
              <a:t>Application +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2860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7A9E"/>
                </a:solidFill>
                <a:latin typeface="DM Sans"/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72520"/>
                </a:solidFill>
                <a:latin typeface="DM Sans"/>
              </a:defRPr>
            </a:pPr>
            <a:r>
              <a:t>https://aiyatra.io/ambassadors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635A"/>
                </a:solidFill>
                <a:latin typeface="DM Sans"/>
              </a:defRPr>
            </a:pPr>
            <a:r>
              <a:t>Program details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2860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7A9E"/>
                </a:solidFill>
                <a:latin typeface="DM Sans"/>
              </a:defRPr>
            </a:pPr>
            <a:r>
              <a:t>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72520"/>
                </a:solidFill>
                <a:latin typeface="DM Sans"/>
              </a:defRPr>
            </a:pPr>
            <a:r>
              <a:t>linkedin.com/company/aiyatra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635A"/>
                </a:solidFill>
                <a:latin typeface="DM Sans"/>
              </a:defRPr>
            </a:pPr>
            <a:r>
              <a:t>Follow + milestones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22860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7A9E"/>
                </a:solidFill>
                <a:latin typeface="DM Sans"/>
              </a:defRPr>
            </a:pPr>
            <a:r>
              <a:t>MEETUP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72520"/>
                </a:solidFill>
                <a:latin typeface="DM Sans"/>
              </a:defRPr>
            </a:pPr>
            <a:r>
              <a:t>meetup.com/aiyatra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8635A"/>
                </a:solidFill>
                <a:latin typeface="DM Sans"/>
              </a:defRPr>
            </a:pPr>
            <a:r>
              <a:t>Attend first: Sep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389120"/>
            <a:ext cx="11183112" cy="1051560"/>
          </a:xfrm>
          <a:prstGeom prst="roundRect">
            <a:avLst>
              <a:gd name="adj" fmla="val 10000"/>
            </a:avLst>
          </a:prstGeom>
          <a:solidFill>
            <a:srgbClr val="F9F7F1"/>
          </a:solidFill>
          <a:ln w="12700">
            <a:solidFill>
              <a:srgbClr val="F9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262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272520"/>
                </a:solidFill>
                <a:latin typeface="DM Sans"/>
              </a:defRPr>
            </a:pPr>
            <a:r>
              <a:t>Website: https://aiyatra.io   •   LinkedIn: https://www.linkedin.com/company/aiyatra/   •   Email: global.aiyatra@gmail.com   •   Meetup: https://www.meetup.com/aiyatra/   •   © 2026 AIYatra · Research. Build. Transform.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00800"/>
            <a:ext cx="12188952" cy="63500"/>
          </a:xfrm>
          <a:prstGeom prst="rect">
            <a:avLst/>
          </a:prstGeom>
          <a:solidFill>
            <a:srgbClr val="F5E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464300"/>
            <a:ext cx="12188952" cy="393700"/>
          </a:xfrm>
          <a:prstGeom prst="rect">
            <a:avLst/>
          </a:prstGeom>
          <a:solidFill>
            <a:srgbClr val="2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02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9F7F1"/>
                </a:solidFill>
                <a:latin typeface="DM Sans"/>
              </a:defRPr>
            </a:pPr>
            <a:r>
              <a:t>aiyatra.io   •   linkedin.com/company/aiyatra   •   global.aiyatra@gmail.com   •   meetup.com/aiyatra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02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F9F7F1"/>
                </a:solidFill>
                <a:latin typeface="DM Sans"/>
              </a:defRPr>
            </a:pPr>
            <a:r>
              <a:t>© 2026 AIYatra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