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420" y="977900"/>
            <a:ext cx="3840480" cy="347472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914400"/>
            <a:ext cx="3840480" cy="347472"/>
          </a:xfrm>
          <a:prstGeom prst="roundRect">
            <a:avLst>
              <a:gd name="adj" fmla="val 50000"/>
            </a:avLst>
          </a:prstGeom>
          <a:solidFill>
            <a:srgbClr val="CEE1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914400"/>
            <a:ext cx="3840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🎓  New chapter · Student Ambassador Program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3716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272520"/>
                </a:solidFill>
                <a:latin typeface="Caveat"/>
              </a:defRPr>
            </a:pPr>
            <a:r>
              <a:t>Carry the AI Yatra to your campus.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6888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68635A"/>
                </a:solidFill>
                <a:latin typeface="DM Sans"/>
              </a:defRPr>
            </a:pPr>
            <a:r>
              <a:t>AIYatra Student Ambassadors are the face of the movement in their colleges — rallying classmates to Saturday meetups, hosting campus mini-sessions, and turning dense AI topics into hands-on learning their batch can actually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420" y="3492500"/>
            <a:ext cx="219456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429000"/>
            <a:ext cx="2194560" cy="475488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29000"/>
            <a:ext cx="2194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Apply by email 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3860" y="3492500"/>
            <a:ext cx="246888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80360" y="3429000"/>
            <a:ext cx="2468880" cy="475488"/>
          </a:xfrm>
          <a:prstGeom prst="roundRect">
            <a:avLst>
              <a:gd name="adj" fmla="val 1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3429000"/>
            <a:ext cx="2468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Attend a meetup first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87260" y="977900"/>
            <a:ext cx="4434840" cy="420624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0" y="914400"/>
            <a:ext cx="4434840" cy="420624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2222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mbassador-cre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97280"/>
            <a:ext cx="4069080" cy="3108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06640" y="4343400"/>
            <a:ext cx="4069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477A9E"/>
                </a:solidFill>
                <a:latin typeface="DM Sans"/>
              </a:defRPr>
            </a:pPr>
            <a:r>
              <a:t>Apply: global.aiyatra@gmail.com  •  aiyatra.io/ambassadors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✦  THE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1831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Six duties. One movement.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3736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8635A"/>
                </a:solidFill>
                <a:latin typeface="DM Sans"/>
              </a:defRPr>
            </a:pPr>
            <a:r>
              <a:t>A term runs one semester. Hit these six notes and you renew with honors — and a letter that actually says something.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420" y="23037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2402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2468880"/>
            <a:ext cx="177800" cy="177800"/>
          </a:xfrm>
          <a:prstGeom prst="ellipse">
            <a:avLst/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4231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Caveat"/>
              </a:defRPr>
            </a:pPr>
            <a:r>
              <a:t>Carry the AI Yatra to campus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92608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Spread the word in your college — posters, classroom shout-outs, WhatsApp groups and tech clubs. You are the bridge between AIYatra and your campus.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1180" y="23037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97680" y="22402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0" y="2468880"/>
            <a:ext cx="177800" cy="177800"/>
          </a:xfrm>
          <a:prstGeom prst="ellipse">
            <a:avLst/>
          </a:prstGeom>
          <a:solidFill>
            <a:srgbClr val="D4E7D0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231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Caveat"/>
              </a:defRPr>
            </a:pPr>
            <a:r>
              <a:t>Bring your batch along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92608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Rally classmates to Saturday meetups, help first-timers settle in, and keep the newcomer energy warm from RSVP to after-party notes.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55940" y="23037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92440" y="22402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66760" y="2468880"/>
            <a:ext cx="177800" cy="177800"/>
          </a:xfrm>
          <a:prstGeom prst="ellipse">
            <a:avLst/>
          </a:prstGeom>
          <a:solidFill>
            <a:srgbClr val="CEE1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24231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Caveat"/>
              </a:defRPr>
            </a:pPr>
            <a:r>
              <a:t>Host campus mini-sessions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292608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Run paper-readings, build nights and revision circles at your college with our curriculum kits — same research·build·transform rhythm, your turf.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420" y="41325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40690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7240" y="4297680"/>
            <a:ext cx="177800" cy="177800"/>
          </a:xfrm>
          <a:prstGeom prst="ellipse">
            <a:avLst/>
          </a:prstGeom>
          <a:solidFill>
            <a:srgbClr val="F2D6CA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Caveat"/>
              </a:defRPr>
            </a:pPr>
            <a:r>
              <a:t>Document the journey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75488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Capture photos, clips and field notes from meetups and campus sessions so the community story keeps growing online.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61180" y="41325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97680" y="40690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0" y="4297680"/>
            <a:ext cx="177800" cy="177800"/>
          </a:xfrm>
          <a:prstGeom prst="ellipse">
            <a:avLst/>
          </a:prstGeom>
          <a:solidFill>
            <a:srgbClr val="E0D8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Caveat"/>
              </a:defRPr>
            </a:pPr>
            <a:r>
              <a:t>Learn in the fast lane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75488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Get first access to session material, prep calls with organizers, and guided tracks — transformers, PyTorch, agentic AI — before anyone else.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55940" y="41325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92440" y="4069080"/>
            <a:ext cx="3593592" cy="164592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66760" y="4297680"/>
            <a:ext cx="177800" cy="177800"/>
          </a:xfrm>
          <a:prstGeom prst="ellipse">
            <a:avLst/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Caveat"/>
              </a:defRPr>
            </a:pPr>
            <a:r>
              <a:t>Feed the roadmap back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475488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Tell us what students actually want: topics, timings, formats. Ambassador feedback directly shapes the upcoming meetup arc.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WHAT YOU 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88720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F7F1"/>
                </a:solidFill>
                <a:latin typeface="Caveat"/>
              </a:defRPr>
            </a:pPr>
            <a:r>
              <a:t>Ambassadorship pays in proof of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288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9F7F1"/>
                </a:solidFill>
                <a:latin typeface="DM Sans"/>
              </a:defRPr>
            </a:pPr>
            <a:r>
              <a:t>No stipends, no swag-bribes — everything here compounds into skills, relationships, and receipts future employers can verify.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68880"/>
            <a:ext cx="5513832" cy="12801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2743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889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2520"/>
                </a:solidFill>
                <a:latin typeface="DM Sans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97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72520"/>
                </a:solidFill>
                <a:latin typeface="Caveat"/>
              </a:defRPr>
            </a:pPr>
            <a:r>
              <a:t>Official recognition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10896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A signed Ambassador certificate plus a public profile on this page once you complete your first term.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68880"/>
            <a:ext cx="5513832" cy="12801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2743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7889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2520"/>
                </a:solidFill>
                <a:latin typeface="DM Sans"/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697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72520"/>
                </a:solidFill>
                <a:latin typeface="Caveat"/>
              </a:defRPr>
            </a:pPr>
            <a:r>
              <a:t>Letters that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10896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Recommendation letters for internships and higher studies, earned through real shipped work — not attendance.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977639"/>
            <a:ext cx="5513832" cy="12801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251959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29767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2520"/>
                </a:solidFill>
                <a:latin typeface="DM Sans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2062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72520"/>
                </a:solidFill>
                <a:latin typeface="Caveat"/>
              </a:defRPr>
            </a:pPr>
            <a:r>
              <a:t>Direct mentor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617719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Monthly office hours with the organizers. Bring your projects, career questions, and wildest paper ideas.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3977639"/>
            <a:ext cx="5513832" cy="12801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46520" y="4251959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29767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2520"/>
                </a:solidFill>
                <a:latin typeface="DM Sans"/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2062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72520"/>
                </a:solidFill>
                <a:latin typeface="Caveat"/>
              </a:defRPr>
            </a:pPr>
            <a:r>
              <a:t>Speaker lane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617719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Ambassadors in good standing get priority slots to demo, lightning-talk, and eventually lead sessions.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D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420" y="1023620"/>
            <a:ext cx="5486400" cy="452628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960120"/>
            <a:ext cx="5486400" cy="452628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430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WHO 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371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Built for students who show up.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1488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900" b="0">
                <a:solidFill>
                  <a:srgbClr val="272520"/>
                </a:solidFill>
                <a:latin typeface="DM Sans"/>
              </a:defRPr>
            </a:pPr>
            <a:r>
              <a:t>①  Enrolled in any college or university — any year, any branch. Curiosity beats CGPA here.</a:t>
            </a:r>
          </a:p>
          <a:p>
            <a:pPr algn="l">
              <a:spcBef>
                <a:spcPts val="100"/>
              </a:spcBef>
              <a:spcAft>
                <a:spcPts val="600"/>
              </a:spcAft>
              <a:defRPr sz="900" b="0">
                <a:solidFill>
                  <a:srgbClr val="272520"/>
                </a:solidFill>
                <a:latin typeface="DM Sans"/>
              </a:defRPr>
            </a:pPr>
            <a:r>
              <a:t>②  Attended at least one AIYatra meetup (or will attend the next one) — you should know the room you are inviting people into.</a:t>
            </a:r>
          </a:p>
          <a:p>
            <a:pPr algn="l">
              <a:spcBef>
                <a:spcPts val="100"/>
              </a:spcBef>
              <a:spcAft>
                <a:spcPts val="600"/>
              </a:spcAft>
              <a:defRPr sz="900" b="0">
                <a:solidFill>
                  <a:srgbClr val="272520"/>
                </a:solidFill>
                <a:latin typeface="DM Sans"/>
              </a:defRPr>
            </a:pPr>
            <a:r>
              <a:t>③  Can give ~3 hours a week: one meetup plus campus outreach and a short weekly check-in.</a:t>
            </a:r>
          </a:p>
          <a:p>
            <a:pPr algn="l">
              <a:spcBef>
                <a:spcPts val="100"/>
              </a:spcBef>
              <a:spcAft>
                <a:spcPts val="600"/>
              </a:spcAft>
              <a:defRPr sz="900" b="0">
                <a:solidFill>
                  <a:srgbClr val="272520"/>
                </a:solidFill>
                <a:latin typeface="DM Sans"/>
              </a:defRPr>
            </a:pPr>
            <a:r>
              <a:t>④  Comfortable talking to people — in classrooms, clubs, and group chats — and following through on what you promise.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34840"/>
            <a:ext cx="4754880" cy="822960"/>
          </a:xfrm>
          <a:prstGeom prst="roundRect">
            <a:avLst>
              <a:gd name="adj" fmla="val 12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4805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2520"/>
                </a:solidFill>
                <a:latin typeface="Caveat"/>
              </a:defRPr>
            </a:pPr>
            <a:r>
              <a:t>♥  Missing one? Apply anyway.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54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Curiosity and follow-through beat credentials — most ambassadors started as first-timers in the back row.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132" y="1023620"/>
            <a:ext cx="5486400" cy="452628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960120"/>
            <a:ext cx="5486400" cy="452628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11430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HOW TO APPLY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1371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Three steps to the crest.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65392" y="2148840"/>
            <a:ext cx="4754880" cy="804672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219456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7A9E"/>
                </a:solidFill>
                <a:latin typeface="DM Sans"/>
              </a:defRPr>
            </a:pPr>
            <a:r>
              <a:t>01  ·  Say hello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39572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Email us with your name, college, year, and one paragraph on why you want to carry the AI Yatra to your campus.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65392" y="3063240"/>
            <a:ext cx="4754880" cy="804672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10896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7A9E"/>
                </a:solidFill>
                <a:latin typeface="DM Sans"/>
              </a:defRPr>
            </a:pPr>
            <a:r>
              <a:t>02  ·  Meet the crew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31012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A short intro call with an organizer — we understand your campus scene and agree on your first 30-day plan.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65392" y="3977639"/>
            <a:ext cx="4754880" cy="804672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402336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7A9E"/>
                </a:solidFill>
                <a:latin typeface="DM Sans"/>
              </a:defRPr>
            </a:pPr>
            <a:r>
              <a:t>03  ·  Run your first drive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22452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Bring five classmates to a Saturday meetup and host one campus huddle. Do that and the crest is yours.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4983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72520"/>
                </a:solidFill>
                <a:latin typeface="DM Sans"/>
              </a:defRPr>
            </a:pPr>
            <a:r>
              <a:t>Apply at global.aiyatra@gmail.com  •  Open to every college · Free, always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8872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E4AD"/>
                </a:solidFill>
                <a:latin typeface="DM Sans"/>
              </a:defRPr>
            </a:pPr>
            <a:r>
              <a:t>ONE CAMPUS AT A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554480"/>
            <a:ext cx="111831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9F7F1"/>
                </a:solidFill>
                <a:latin typeface="Caveat"/>
              </a:defRPr>
            </a:pPr>
            <a:r>
              <a:t>Your campus is the next AI Yatra.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5176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9F7F1"/>
                </a:solidFill>
                <a:latin typeface="DM Sans"/>
              </a:defRPr>
            </a:pPr>
            <a:r>
              <a:t>Write to us today — or come experience a Saturday first, then decide.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340" y="335534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91840" y="329184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F5E4AD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329184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Become an ambassador  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29184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 w="1905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29184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0624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5E4AD"/>
                </a:solidFill>
                <a:latin typeface="DM Sans"/>
              </a:defRPr>
            </a:pPr>
            <a:r>
              <a:t>global.aiyatra@gmail.com   •   aiyatra.io/ambassadors   •   meetup.com/aiyatra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05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9F7F1"/>
                </a:solidFill>
                <a:latin typeface="Caveat"/>
              </a:defRPr>
            </a:pPr>
            <a:r>
              <a:t>Student Ambassadors — start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9F7F1"/>
                </a:solidFill>
                <a:latin typeface="DM Sans"/>
              </a:defRPr>
            </a:pPr>
            <a:r>
              <a:t>One email is all it takes. Tell us your name, college, year, and why you want to carry the AI Yatra to your campus.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28600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68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7A9E"/>
                </a:solidFill>
                <a:latin typeface="DM Sans"/>
              </a:defRPr>
            </a:pPr>
            <a:r>
              <a:t>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272520"/>
                </a:solidFill>
                <a:latin typeface="DM Sans"/>
              </a:defRPr>
            </a:pPr>
            <a:r>
              <a:t>global.aiyatra@gmail.com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8635A"/>
                </a:solidFill>
                <a:latin typeface="DM Sans"/>
              </a:defRPr>
            </a:pPr>
            <a:r>
              <a:t>Application + questions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228600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468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7A9E"/>
                </a:solidFill>
                <a:latin typeface="DM Sans"/>
              </a:defRPr>
            </a:pPr>
            <a:r>
              <a:t>WEB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743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272520"/>
                </a:solidFill>
                <a:latin typeface="DM Sans"/>
              </a:defRPr>
            </a:pPr>
            <a:r>
              <a:t>https://aiyatra.io/ambassadors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8635A"/>
                </a:solidFill>
                <a:latin typeface="DM Sans"/>
              </a:defRPr>
            </a:pPr>
            <a:r>
              <a:t>Program details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28600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7A9E"/>
                </a:solidFill>
                <a:latin typeface="DM Sans"/>
              </a:defRPr>
            </a:pPr>
            <a:r>
              <a:t>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743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272520"/>
                </a:solidFill>
                <a:latin typeface="DM Sans"/>
              </a:defRPr>
            </a:pPr>
            <a:r>
              <a:t>linkedin.com/company/aiyatra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8635A"/>
                </a:solidFill>
                <a:latin typeface="DM Sans"/>
              </a:defRPr>
            </a:pPr>
            <a:r>
              <a:t>Follow + milestones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228600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2468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7A9E"/>
                </a:solidFill>
                <a:latin typeface="DM Sans"/>
              </a:defRPr>
            </a:pPr>
            <a:r>
              <a:t>MEETUP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743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272520"/>
                </a:solidFill>
                <a:latin typeface="DM Sans"/>
              </a:defRPr>
            </a:pPr>
            <a:r>
              <a:t>meetup.com/aiyatra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8635A"/>
                </a:solidFill>
                <a:latin typeface="DM Sans"/>
              </a:defRPr>
            </a:pPr>
            <a:r>
              <a:t>Attend first: Sep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389120"/>
            <a:ext cx="11183112" cy="1051560"/>
          </a:xfrm>
          <a:prstGeom prst="roundRect">
            <a:avLst>
              <a:gd name="adj" fmla="val 10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262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272520"/>
                </a:solidFill>
                <a:latin typeface="DM Sans"/>
              </a:defRPr>
            </a:pPr>
            <a:r>
              <a:t>Website: https://aiyatra.io   •   LinkedIn: https://www.linkedin.com/company/aiyatra/   •   Email: global.aiyatra@gmail.com   •   Meetup: https://www.meetup.com/aiyatra/   •   © 2026 AIYatra · Research. Build. Transform.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